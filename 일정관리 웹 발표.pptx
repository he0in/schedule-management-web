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0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DFEA0-17C2-86ED-30B7-59762440F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E719DE-0416-934A-A5F0-0D5177BCC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D85BF5-AD8A-8CA5-ED94-2A3AAFA0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D2E1A-DC4F-CCAA-BE0F-5FE84D8C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926782-0BE2-02B6-1ACA-C5FC7EA5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853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35D0D-5733-4FB2-BB5A-3826ADFD7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F3E26-24EA-10C4-ED65-698039350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34968F-A429-55D0-B71F-E0376BCD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BE8287-4B9F-A254-1E59-26B718E3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F78D4-B85E-4738-BA7A-B9C9151E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72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DF6DF-BA21-94FC-4FBC-F963B027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834C63-C380-ADE3-A01B-54DF76EF8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47BDBA-19DF-476C-27A4-EF5DF2E4B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4DB46-E274-B7EE-F325-AF0B6DBE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C417EA-67D9-8564-A211-8614C5BA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88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73B3F-B8FC-4F90-A9E1-27242A344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CF1471-007A-7059-8235-842E0ECAC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431CB2-D9C4-6450-BB82-6014717F0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45EF85-5521-7CA7-EA22-D85B0622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97ABAF-283A-98EA-36D9-C292798D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0511E3-9EA0-F2CB-1B52-4136C9B3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43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AD5FD-3CF2-CA24-7667-B0B25C0EE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895291-B8D6-59BE-46FC-72C0159A7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713065-76A1-9FAC-3922-203DC8894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23334C-ACB9-4016-4A92-758334EED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26F379-378C-3199-ED6D-A5E84F4C2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252EA5-1B55-7432-09BE-4E5E3CCF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A37F05-4983-AD2E-3E3F-938F8F7A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403ABF-AD14-F60A-F06C-44638CE6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44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64C2B-2DE6-4D16-C62C-BB040AB3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842EF0-6B64-05A8-987D-37422B6FB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354F19-9A81-FFD2-A95B-504C04FA8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FE05E9-090C-AAE2-C754-EE73815F3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086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704799-51C0-1612-B284-EB257099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F5107E-050D-C7D7-A736-65FE1105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0C77C5-32EB-7CB0-438D-CB1F2138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305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87E8D-BD26-8BED-2F94-45CF6A1F0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D95B4-6336-FA84-B162-F5D6C21A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25BCE6-39F7-A2AC-B8C9-E26C13534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94835E-DE11-AFDD-C747-C4F10A6B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2B8797-2D3F-9DA0-68FA-B19DF293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DF516B-4C76-5CF8-CC22-6ADB33A7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49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39051-7E39-073E-8356-18B753AD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EDE690-111A-00AA-5E4F-F2E167079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FAB0AF-75A1-A425-CAF4-5C9FCC0DB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4430B-687B-1BD6-6DAA-CF5FE51C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3DCF3A-2EE6-5905-7405-42647402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C7C0E2-BBA0-E31D-A026-6442AD3F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17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D1370-8A86-DC6C-7B77-095B3535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CEF97F-959C-C062-95F5-E3837EA1A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3FAE19-D124-F543-EEE2-256EAFEC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0C234-4013-17AB-76BC-557FB41B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6AACA4-945C-570B-B0C7-075BF99F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92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B1C57D-3769-06CA-C410-C71601EA0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DDD33B-56BD-7A41-FBC0-7DA75B262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DEE3FC-83C8-05B2-DB8A-3085C9C8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5F4F6-0071-8B32-A67A-9D3F0545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C1F8A-541C-77D0-4680-0009638A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76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90A38D-0910-E765-C4B7-B22AB1360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9A1CD0-7E93-2145-C750-F6EC13545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D4E2D9-8990-505C-2ED6-7ED5DFB83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A1C3E-0F00-43F3-A929-0F0D091511C1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ADD277-9C6B-D00A-75E6-9AD553BCB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C10F6C-6404-5383-611D-8FECA6A1F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097A0-39CA-47B0-990F-F4CAACBB5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50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989E-0562-CF0B-A30B-DF768C95D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A84513-AF71-24EA-4508-0CBFD9565A0F}"/>
              </a:ext>
            </a:extLst>
          </p:cNvPr>
          <p:cNvSpPr txBox="1"/>
          <p:nvPr/>
        </p:nvSpPr>
        <p:spPr>
          <a:xfrm>
            <a:off x="5075434" y="1742560"/>
            <a:ext cx="6904233" cy="3970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.env : </a:t>
            </a:r>
            <a:r>
              <a:rPr lang="ko-KR" altLang="en-US" dirty="0"/>
              <a:t>보안을 위한 개인정보가 담긴 파일 </a:t>
            </a:r>
            <a:r>
              <a:rPr lang="en-US" altLang="ko-KR" dirty="0"/>
              <a:t>ex) </a:t>
            </a:r>
            <a:r>
              <a:rPr lang="en-US" altLang="ko-KR" dirty="0" err="1"/>
              <a:t>ip</a:t>
            </a:r>
            <a:r>
              <a:rPr lang="ko-KR" altLang="en-US" dirty="0"/>
              <a:t>주소</a:t>
            </a:r>
            <a:r>
              <a:rPr lang="en-US" altLang="ko-KR" dirty="0"/>
              <a:t>, id,</a:t>
            </a:r>
            <a:r>
              <a:rPr lang="ko-KR" altLang="en-US" dirty="0"/>
              <a:t> </a:t>
            </a:r>
            <a:r>
              <a:rPr lang="en-US" altLang="ko-KR" dirty="0"/>
              <a:t>password</a:t>
            </a:r>
          </a:p>
          <a:p>
            <a:endParaRPr lang="en-US" altLang="ko-KR" dirty="0"/>
          </a:p>
          <a:p>
            <a:r>
              <a:rPr lang="en-US" altLang="ko-KR" dirty="0"/>
              <a:t>Config : </a:t>
            </a:r>
            <a:r>
              <a:rPr lang="ko-KR" altLang="en-US" dirty="0"/>
              <a:t>여러 페이지에서 함께 사용하는 함수 모듈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Day_email.py : </a:t>
            </a:r>
            <a:r>
              <a:rPr lang="ko-KR" altLang="en-US" dirty="0"/>
              <a:t>이메일 전송을 위한 함수 모듈</a:t>
            </a:r>
          </a:p>
          <a:p>
            <a:endParaRPr lang="en-US" altLang="ko-KR" dirty="0"/>
          </a:p>
          <a:p>
            <a:r>
              <a:rPr lang="en-US" altLang="ko-KR" dirty="0" err="1"/>
              <a:t>DB_START.sql</a:t>
            </a:r>
            <a:r>
              <a:rPr lang="en-US" altLang="ko-KR" dirty="0"/>
              <a:t> : </a:t>
            </a:r>
            <a:r>
              <a:rPr lang="ko-KR" altLang="en-US" dirty="0"/>
              <a:t>데이터베이스 설정을 위한 쿼리 모음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Home.py : </a:t>
            </a:r>
            <a:r>
              <a:rPr lang="ko-KR" altLang="en-US" dirty="0"/>
              <a:t>실제 실행되는 </a:t>
            </a:r>
            <a:r>
              <a:rPr lang="en-US" altLang="ko-KR" dirty="0"/>
              <a:t>Home page</a:t>
            </a:r>
          </a:p>
          <a:p>
            <a:endParaRPr lang="en-US" altLang="ko-KR" dirty="0"/>
          </a:p>
          <a:p>
            <a:r>
              <a:rPr lang="en-US" altLang="ko-KR" dirty="0"/>
              <a:t>Team_1_page, Team_2_page, Team_3_page</a:t>
            </a:r>
          </a:p>
          <a:p>
            <a:r>
              <a:rPr lang="en-US" altLang="ko-KR" dirty="0"/>
              <a:t>: </a:t>
            </a:r>
            <a:r>
              <a:rPr lang="ko-KR" altLang="en-US" dirty="0"/>
              <a:t>페이지 내용을 </a:t>
            </a:r>
            <a:r>
              <a:rPr lang="ko-KR" altLang="en-US" dirty="0" err="1"/>
              <a:t>작성해놓은</a:t>
            </a:r>
            <a:r>
              <a:rPr lang="ko-KR" altLang="en-US" dirty="0"/>
              <a:t> 파일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A383F-E617-D28C-FC6A-C5AE458C7646}"/>
              </a:ext>
            </a:extLst>
          </p:cNvPr>
          <p:cNvSpPr txBox="1"/>
          <p:nvPr/>
        </p:nvSpPr>
        <p:spPr>
          <a:xfrm>
            <a:off x="449548" y="950098"/>
            <a:ext cx="2920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파일 생성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871E1C-B428-0F5E-D689-517866F5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717"/>
          <a:stretch/>
        </p:blipFill>
        <p:spPr>
          <a:xfrm>
            <a:off x="408883" y="1577562"/>
            <a:ext cx="3999832" cy="489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19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3295-FD34-1EFB-EA3D-BC9EAE66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B8C2105-7D4F-F8BE-307E-3F9632917551}"/>
              </a:ext>
            </a:extLst>
          </p:cNvPr>
          <p:cNvSpPr txBox="1"/>
          <p:nvPr/>
        </p:nvSpPr>
        <p:spPr>
          <a:xfrm>
            <a:off x="449548" y="950098"/>
            <a:ext cx="2920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환경 변수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3B47C4-C81B-C471-748B-1B4441E76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33" y="1742560"/>
            <a:ext cx="8175141" cy="47980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13BFB3-F944-CB29-054A-E05207C86FC9}"/>
              </a:ext>
            </a:extLst>
          </p:cNvPr>
          <p:cNvSpPr txBox="1"/>
          <p:nvPr/>
        </p:nvSpPr>
        <p:spPr>
          <a:xfrm>
            <a:off x="5173406" y="1583702"/>
            <a:ext cx="6904233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dbhost</a:t>
            </a:r>
            <a:r>
              <a:rPr lang="en-US" altLang="ko-KR" dirty="0"/>
              <a:t> : </a:t>
            </a:r>
            <a:r>
              <a:rPr lang="ko-KR" altLang="en-US" dirty="0"/>
              <a:t>데이터베이스 </a:t>
            </a:r>
            <a:r>
              <a:rPr lang="en-US" altLang="ko-KR" dirty="0"/>
              <a:t>IP </a:t>
            </a:r>
            <a:r>
              <a:rPr lang="ko-KR" altLang="en-US" dirty="0"/>
              <a:t>주소</a:t>
            </a:r>
            <a:endParaRPr lang="en-US" altLang="ko-KR" dirty="0"/>
          </a:p>
          <a:p>
            <a:r>
              <a:rPr lang="en-US" altLang="ko-KR" dirty="0"/>
              <a:t>user : </a:t>
            </a:r>
            <a:r>
              <a:rPr lang="ko-KR" altLang="en-US" dirty="0"/>
              <a:t>데이터베이스 유저 이름</a:t>
            </a:r>
            <a:endParaRPr lang="en-US" altLang="ko-KR" dirty="0"/>
          </a:p>
          <a:p>
            <a:r>
              <a:rPr lang="en-US" altLang="ko-KR" dirty="0"/>
              <a:t>password : </a:t>
            </a:r>
            <a:r>
              <a:rPr lang="ko-KR" altLang="en-US" dirty="0"/>
              <a:t>데이터베이스 비밀번호</a:t>
            </a:r>
            <a:endParaRPr lang="en-US" altLang="ko-KR" dirty="0"/>
          </a:p>
          <a:p>
            <a:r>
              <a:rPr lang="en-US" altLang="ko-KR" dirty="0"/>
              <a:t>database : </a:t>
            </a:r>
            <a:r>
              <a:rPr lang="ko-KR" altLang="en-US" dirty="0"/>
              <a:t>데이터베이스 이름</a:t>
            </a:r>
            <a:endParaRPr lang="en-US" altLang="ko-KR" dirty="0"/>
          </a:p>
          <a:p>
            <a:r>
              <a:rPr lang="en-US" altLang="ko-KR" dirty="0"/>
              <a:t>charset : </a:t>
            </a:r>
            <a:r>
              <a:rPr lang="ko-KR" altLang="en-US" dirty="0"/>
              <a:t>인코딩 종류</a:t>
            </a:r>
            <a:endParaRPr lang="en-US" altLang="ko-KR" dirty="0"/>
          </a:p>
          <a:p>
            <a:r>
              <a:rPr lang="en-US" altLang="ko-KR" dirty="0" err="1"/>
              <a:t>smtp_server</a:t>
            </a:r>
            <a:r>
              <a:rPr lang="en-US" altLang="ko-KR" dirty="0"/>
              <a:t> : </a:t>
            </a:r>
            <a:r>
              <a:rPr lang="ko-KR" altLang="en-US" dirty="0"/>
              <a:t>이메일 전송 시 사용 서버</a:t>
            </a:r>
            <a:endParaRPr lang="en-US" altLang="ko-KR" dirty="0"/>
          </a:p>
          <a:p>
            <a:r>
              <a:rPr lang="en-US" altLang="ko-KR" dirty="0" err="1"/>
              <a:t>smtp_port</a:t>
            </a:r>
            <a:r>
              <a:rPr lang="en-US" altLang="ko-KR" dirty="0"/>
              <a:t> : </a:t>
            </a:r>
            <a:r>
              <a:rPr lang="ko-KR" altLang="en-US" dirty="0"/>
              <a:t>이메일 전송 시 사용 서버 포트 번호</a:t>
            </a:r>
            <a:endParaRPr lang="en-US" altLang="ko-KR" dirty="0"/>
          </a:p>
          <a:p>
            <a:r>
              <a:rPr lang="en-US" altLang="ko-KR" dirty="0" err="1"/>
              <a:t>email_address</a:t>
            </a:r>
            <a:r>
              <a:rPr lang="en-US" altLang="ko-KR" dirty="0"/>
              <a:t> : </a:t>
            </a:r>
            <a:r>
              <a:rPr lang="ko-KR" altLang="en-US" dirty="0"/>
              <a:t>이메일 발송 시 </a:t>
            </a:r>
            <a:r>
              <a:rPr lang="en-US" altLang="ko-KR" dirty="0"/>
              <a:t>ID</a:t>
            </a:r>
          </a:p>
          <a:p>
            <a:r>
              <a:rPr lang="en-US" altLang="ko-KR" dirty="0" err="1"/>
              <a:t>email_password</a:t>
            </a:r>
            <a:r>
              <a:rPr lang="en-US" altLang="ko-KR" dirty="0"/>
              <a:t> : </a:t>
            </a:r>
            <a:r>
              <a:rPr lang="ko-KR" altLang="en-US" dirty="0"/>
              <a:t>이메일 발송 시 </a:t>
            </a:r>
            <a:r>
              <a:rPr lang="en-US" altLang="ko-KR" dirty="0"/>
              <a:t>password</a:t>
            </a:r>
          </a:p>
        </p:txBody>
      </p:sp>
    </p:spTree>
    <p:extLst>
      <p:ext uri="{BB962C8B-B14F-4D97-AF65-F5344CB8AC3E}">
        <p14:creationId xmlns:p14="http://schemas.microsoft.com/office/powerpoint/2010/main" val="120583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BC6EE-E3BF-D84E-6DDC-38A83D34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575C789-EFCB-9E4A-C712-1F3FA55F9A24}"/>
              </a:ext>
            </a:extLst>
          </p:cNvPr>
          <p:cNvSpPr txBox="1"/>
          <p:nvPr/>
        </p:nvSpPr>
        <p:spPr>
          <a:xfrm>
            <a:off x="449548" y="950098"/>
            <a:ext cx="2920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라이브러리 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F4E9E-6F3E-CC80-FF1C-21CED8563A4C}"/>
              </a:ext>
            </a:extLst>
          </p:cNvPr>
          <p:cNvSpPr txBox="1"/>
          <p:nvPr/>
        </p:nvSpPr>
        <p:spPr>
          <a:xfrm>
            <a:off x="5092383" y="1876478"/>
            <a:ext cx="6904233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Ctrl + ` : </a:t>
            </a:r>
            <a:r>
              <a:rPr lang="ko-KR" altLang="en-US" dirty="0"/>
              <a:t>터미널 열기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streamlit</a:t>
            </a:r>
            <a:r>
              <a:rPr lang="ko-KR" altLang="en-US" dirty="0"/>
              <a:t> </a:t>
            </a:r>
            <a:r>
              <a:rPr lang="en-US" altLang="ko-KR" dirty="0"/>
              <a:t>: python</a:t>
            </a:r>
            <a:r>
              <a:rPr lang="ko-KR" altLang="en-US" dirty="0"/>
              <a:t>으로 앱 제작을 가능하게 해주는 라이브러리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python-</a:t>
            </a:r>
            <a:r>
              <a:rPr lang="en-US" altLang="ko-KR" dirty="0" err="1"/>
              <a:t>dotenv</a:t>
            </a:r>
            <a:r>
              <a:rPr lang="en-US" altLang="ko-KR" dirty="0"/>
              <a:t> : .env </a:t>
            </a:r>
            <a:r>
              <a:rPr lang="ko-KR" altLang="en-US" dirty="0"/>
              <a:t>파일을 관리할 수 있게 해주는 라이브러리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APScheduler</a:t>
            </a:r>
            <a:r>
              <a:rPr lang="en-US" altLang="ko-KR" dirty="0"/>
              <a:t> : </a:t>
            </a:r>
          </a:p>
          <a:p>
            <a:r>
              <a:rPr lang="ko-KR" altLang="en-US" dirty="0"/>
              <a:t>스케줄러를 발생시켜 특정 시간에</a:t>
            </a:r>
            <a:r>
              <a:rPr lang="en-US" altLang="ko-KR" dirty="0"/>
              <a:t> </a:t>
            </a:r>
            <a:r>
              <a:rPr lang="ko-KR" altLang="en-US" dirty="0"/>
              <a:t>이벤트</a:t>
            </a:r>
            <a:r>
              <a:rPr lang="en-US" altLang="ko-KR" dirty="0"/>
              <a:t>(ex. email</a:t>
            </a:r>
            <a:r>
              <a:rPr lang="ko-KR" altLang="en-US" dirty="0"/>
              <a:t>보내기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endParaRPr lang="en-US" altLang="ko-KR" dirty="0"/>
          </a:p>
          <a:p>
            <a:r>
              <a:rPr lang="ko-KR" altLang="en-US" dirty="0"/>
              <a:t>발생시킬 수 있게 해주는 라이브러리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A2822A-9BC0-C346-328A-E9F49AB0A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47" y="3061030"/>
            <a:ext cx="4291967" cy="5734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B9ED0F2-2169-1544-DDDF-4FE67655A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46" y="2195976"/>
            <a:ext cx="4291967" cy="7052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F0B9430-A194-0AAF-2A61-399EE2D22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45" y="3794251"/>
            <a:ext cx="4291967" cy="60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00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F851-B786-7C7A-E568-83E7CCBC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FE3B13BD-02E6-71A2-0333-13903142E3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945"/>
          <a:stretch/>
        </p:blipFill>
        <p:spPr>
          <a:xfrm>
            <a:off x="140674" y="1717841"/>
            <a:ext cx="4713403" cy="46829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4C7957-DBE6-FF9E-DB14-73848C018B88}"/>
              </a:ext>
            </a:extLst>
          </p:cNvPr>
          <p:cNvSpPr txBox="1"/>
          <p:nvPr/>
        </p:nvSpPr>
        <p:spPr>
          <a:xfrm>
            <a:off x="449547" y="950098"/>
            <a:ext cx="4274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데이터베이스 설정 </a:t>
            </a:r>
            <a:r>
              <a:rPr lang="en-US" altLang="ko-KR" sz="2400" dirty="0"/>
              <a:t>(</a:t>
            </a:r>
            <a:r>
              <a:rPr lang="ko-KR" altLang="en-US" sz="2400" dirty="0"/>
              <a:t>쿼리 수정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AB22CDA-4450-D7D3-7038-F7CEFDA458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273"/>
          <a:stretch/>
        </p:blipFill>
        <p:spPr>
          <a:xfrm>
            <a:off x="4904045" y="124274"/>
            <a:ext cx="7147281" cy="660945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1135471-5A97-495B-C16D-F6C4B70426C6}"/>
              </a:ext>
            </a:extLst>
          </p:cNvPr>
          <p:cNvSpPr/>
          <p:nvPr/>
        </p:nvSpPr>
        <p:spPr>
          <a:xfrm>
            <a:off x="258870" y="3738191"/>
            <a:ext cx="4498187" cy="449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DEC4C-9507-E5CD-219B-86707C90D5B7}"/>
              </a:ext>
            </a:extLst>
          </p:cNvPr>
          <p:cNvSpPr txBox="1"/>
          <p:nvPr/>
        </p:nvSpPr>
        <p:spPr>
          <a:xfrm>
            <a:off x="150646" y="3243943"/>
            <a:ext cx="471340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DB_START.sql</a:t>
            </a:r>
            <a:r>
              <a:rPr lang="en-US" altLang="ko-KR" dirty="0"/>
              <a:t> </a:t>
            </a:r>
            <a:r>
              <a:rPr lang="ko-KR" altLang="en-US" dirty="0"/>
              <a:t>내용을 열어서 쿼리 내용 수정 </a:t>
            </a:r>
            <a:endParaRPr lang="en-US" altLang="ko-KR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0792C0-27BB-945F-991F-726E966CFDEF}"/>
              </a:ext>
            </a:extLst>
          </p:cNvPr>
          <p:cNvSpPr/>
          <p:nvPr/>
        </p:nvSpPr>
        <p:spPr>
          <a:xfrm>
            <a:off x="5320337" y="5924299"/>
            <a:ext cx="4713402" cy="256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F7D226-E612-4D7A-3CBB-F530A96AF838}"/>
              </a:ext>
            </a:extLst>
          </p:cNvPr>
          <p:cNvSpPr txBox="1"/>
          <p:nvPr/>
        </p:nvSpPr>
        <p:spPr>
          <a:xfrm>
            <a:off x="7063074" y="5381841"/>
            <a:ext cx="3702897" cy="3767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본인 이름</a:t>
            </a:r>
            <a:r>
              <a:rPr lang="en-US" altLang="ko-KR" dirty="0"/>
              <a:t>, </a:t>
            </a:r>
            <a:r>
              <a:rPr lang="ko-KR" altLang="en-US" dirty="0"/>
              <a:t>수신 받을 이메일 작성</a:t>
            </a:r>
            <a:endParaRPr lang="en-US" altLang="ko-KR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A1D0B56-6E7E-4975-9EE2-19CF5CF873D3}"/>
              </a:ext>
            </a:extLst>
          </p:cNvPr>
          <p:cNvCxnSpPr/>
          <p:nvPr/>
        </p:nvCxnSpPr>
        <p:spPr>
          <a:xfrm>
            <a:off x="4724399" y="4241823"/>
            <a:ext cx="563280" cy="15711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5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C8E03-9475-00D8-A36B-022632CC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324C30C-C374-95A4-7821-AD20DC6B1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3" y="1455309"/>
            <a:ext cx="7103260" cy="5144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1378C3-2D4D-E4AC-CCE9-80416D544600}"/>
              </a:ext>
            </a:extLst>
          </p:cNvPr>
          <p:cNvSpPr txBox="1"/>
          <p:nvPr/>
        </p:nvSpPr>
        <p:spPr>
          <a:xfrm>
            <a:off x="449547" y="950098"/>
            <a:ext cx="440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데이터베이스 설정 </a:t>
            </a:r>
            <a:r>
              <a:rPr lang="en-US" altLang="ko-KR" sz="2400" dirty="0"/>
              <a:t>(</a:t>
            </a:r>
            <a:r>
              <a:rPr lang="ko-KR" altLang="en-US" sz="2400" dirty="0"/>
              <a:t>쿼리 실행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DB0A86-2A28-0FFF-7E89-7E325E37F085}"/>
              </a:ext>
            </a:extLst>
          </p:cNvPr>
          <p:cNvSpPr/>
          <p:nvPr/>
        </p:nvSpPr>
        <p:spPr>
          <a:xfrm>
            <a:off x="103083" y="4178688"/>
            <a:ext cx="2041403" cy="10083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B0E20-FD81-364E-61A6-760C747E41C9}"/>
              </a:ext>
            </a:extLst>
          </p:cNvPr>
          <p:cNvSpPr txBox="1"/>
          <p:nvPr/>
        </p:nvSpPr>
        <p:spPr>
          <a:xfrm>
            <a:off x="5642033" y="1027941"/>
            <a:ext cx="610042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저장 후 </a:t>
            </a:r>
            <a:r>
              <a:rPr lang="en-US" altLang="ko-KR" sz="2000" dirty="0"/>
              <a:t>F5(</a:t>
            </a:r>
            <a:r>
              <a:rPr lang="ko-KR" altLang="en-US" sz="2000" dirty="0"/>
              <a:t>쿼리 전체 실행</a:t>
            </a:r>
            <a:r>
              <a:rPr lang="en-US" altLang="ko-KR" sz="2000" dirty="0"/>
              <a:t>) </a:t>
            </a:r>
            <a:r>
              <a:rPr lang="ko-KR" altLang="en-US" sz="2000" dirty="0"/>
              <a:t>후 테이블 확인</a:t>
            </a:r>
            <a:endParaRPr lang="en-US" altLang="ko-KR" sz="20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85CB780-A36C-3F0E-555C-540E23F2FDF9}"/>
              </a:ext>
            </a:extLst>
          </p:cNvPr>
          <p:cNvCxnSpPr>
            <a:cxnSpLocks/>
          </p:cNvCxnSpPr>
          <p:nvPr/>
        </p:nvCxnSpPr>
        <p:spPr>
          <a:xfrm flipV="1">
            <a:off x="113086" y="1587803"/>
            <a:ext cx="5867551" cy="2563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F12378E-C1F1-E755-DABA-4C63D4B09C32}"/>
              </a:ext>
            </a:extLst>
          </p:cNvPr>
          <p:cNvCxnSpPr>
            <a:cxnSpLocks/>
          </p:cNvCxnSpPr>
          <p:nvPr/>
        </p:nvCxnSpPr>
        <p:spPr>
          <a:xfrm flipV="1">
            <a:off x="2144486" y="4834203"/>
            <a:ext cx="9481979" cy="336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7EE1F82-09CE-1D22-67E9-0A302E752627}"/>
              </a:ext>
            </a:extLst>
          </p:cNvPr>
          <p:cNvCxnSpPr>
            <a:cxnSpLocks/>
          </p:cNvCxnSpPr>
          <p:nvPr/>
        </p:nvCxnSpPr>
        <p:spPr>
          <a:xfrm flipV="1">
            <a:off x="113086" y="4834203"/>
            <a:ext cx="5867551" cy="336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CE63181-D8A0-834B-D9B7-B8F1FAE4DAB7}"/>
              </a:ext>
            </a:extLst>
          </p:cNvPr>
          <p:cNvCxnSpPr>
            <a:cxnSpLocks/>
          </p:cNvCxnSpPr>
          <p:nvPr/>
        </p:nvCxnSpPr>
        <p:spPr>
          <a:xfrm flipV="1">
            <a:off x="2144486" y="1631349"/>
            <a:ext cx="9481979" cy="2563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EC903FF1-8C43-8962-C60B-37D6D676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297" r="17127" b="6998"/>
          <a:stretch/>
        </p:blipFill>
        <p:spPr>
          <a:xfrm>
            <a:off x="5980637" y="1563997"/>
            <a:ext cx="5645828" cy="32702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021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19C6-8085-7778-4A4E-D42D9D4F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4A5FF07-B56D-D2CF-2E35-017F6520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27269" b="27619"/>
          <a:stretch/>
        </p:blipFill>
        <p:spPr>
          <a:xfrm>
            <a:off x="544286" y="1611017"/>
            <a:ext cx="5094233" cy="49638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5149BD-C65D-DE3A-1FFD-90BCE01F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818" y="1180930"/>
            <a:ext cx="5493635" cy="55838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10B88D-11A9-71AF-E182-CC79C5E0A519}"/>
              </a:ext>
            </a:extLst>
          </p:cNvPr>
          <p:cNvSpPr txBox="1"/>
          <p:nvPr/>
        </p:nvSpPr>
        <p:spPr>
          <a:xfrm>
            <a:off x="449547" y="950098"/>
            <a:ext cx="440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Home.py</a:t>
            </a:r>
            <a:r>
              <a:rPr lang="ko-KR" altLang="en-US" sz="2400" dirty="0"/>
              <a:t>에서 </a:t>
            </a:r>
            <a:r>
              <a:rPr lang="en-US" altLang="ko-KR" sz="2400" dirty="0" err="1"/>
              <a:t>streamlit</a:t>
            </a:r>
            <a:r>
              <a:rPr lang="en-US" altLang="ko-KR" sz="2400" dirty="0"/>
              <a:t> </a:t>
            </a:r>
            <a:r>
              <a:rPr lang="ko-KR" altLang="en-US" sz="2400" dirty="0"/>
              <a:t>실행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1ADA6C-DC6E-3D78-4F37-B3575AEC53DB}"/>
              </a:ext>
            </a:extLst>
          </p:cNvPr>
          <p:cNvSpPr/>
          <p:nvPr/>
        </p:nvSpPr>
        <p:spPr>
          <a:xfrm>
            <a:off x="9851571" y="5554237"/>
            <a:ext cx="1796143" cy="2913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42ACF-6942-DD7D-6771-31C7BA502208}"/>
              </a:ext>
            </a:extLst>
          </p:cNvPr>
          <p:cNvSpPr txBox="1"/>
          <p:nvPr/>
        </p:nvSpPr>
        <p:spPr>
          <a:xfrm>
            <a:off x="2832248" y="5677070"/>
            <a:ext cx="6527504" cy="4052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터미널에 </a:t>
            </a:r>
            <a:r>
              <a:rPr lang="en-US" altLang="ko-KR" sz="2000" dirty="0"/>
              <a:t>[</a:t>
            </a:r>
            <a:r>
              <a:rPr lang="en-US" altLang="ko-KR" sz="2000" dirty="0" err="1"/>
              <a:t>streamlit</a:t>
            </a:r>
            <a:r>
              <a:rPr lang="en-US" altLang="ko-KR" sz="2000" dirty="0"/>
              <a:t> run Home.py] </a:t>
            </a:r>
            <a:r>
              <a:rPr lang="ko-KR" altLang="en-US" sz="2000" dirty="0"/>
              <a:t>입력 후 </a:t>
            </a:r>
            <a:r>
              <a:rPr lang="en-US" altLang="ko-KR" sz="2000" dirty="0"/>
              <a:t>URL</a:t>
            </a:r>
            <a:r>
              <a:rPr lang="ko-KR" altLang="en-US" sz="2000" dirty="0"/>
              <a:t>에 접속</a:t>
            </a:r>
            <a:endParaRPr lang="en-US" altLang="ko-KR" sz="2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48C80C-EE25-51E7-AFB1-92A74A66E6D2}"/>
              </a:ext>
            </a:extLst>
          </p:cNvPr>
          <p:cNvSpPr/>
          <p:nvPr/>
        </p:nvSpPr>
        <p:spPr>
          <a:xfrm>
            <a:off x="6444343" y="6487885"/>
            <a:ext cx="2830286" cy="2327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093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3ADA-CE97-F943-81C7-FC7CF837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2E7B3BDA-248D-2B3A-B666-45C99C04A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50" y="1560754"/>
            <a:ext cx="3572374" cy="50108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BC57C40-59A9-5F0E-7CC1-993EA157B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47" y="1411762"/>
            <a:ext cx="5098286" cy="53088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F44D1E-AEA8-6E92-810D-91640AB04A4C}"/>
              </a:ext>
            </a:extLst>
          </p:cNvPr>
          <p:cNvSpPr txBox="1"/>
          <p:nvPr/>
        </p:nvSpPr>
        <p:spPr>
          <a:xfrm>
            <a:off x="490147" y="869505"/>
            <a:ext cx="440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사이드 바 추가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297198-C3FF-8356-D974-3E88D739FF46}"/>
              </a:ext>
            </a:extLst>
          </p:cNvPr>
          <p:cNvSpPr/>
          <p:nvPr/>
        </p:nvSpPr>
        <p:spPr>
          <a:xfrm>
            <a:off x="950985" y="2405460"/>
            <a:ext cx="4495998" cy="1660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D2A5A-ACE0-52FF-172A-97421604BA9A}"/>
              </a:ext>
            </a:extLst>
          </p:cNvPr>
          <p:cNvSpPr txBox="1"/>
          <p:nvPr/>
        </p:nvSpPr>
        <p:spPr>
          <a:xfrm>
            <a:off x="3198984" y="4539031"/>
            <a:ext cx="5328979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코드 추가</a:t>
            </a:r>
            <a:r>
              <a:rPr lang="en-US" altLang="ko-KR" sz="2000" dirty="0"/>
              <a:t>, </a:t>
            </a:r>
            <a:r>
              <a:rPr lang="ko-KR" altLang="en-US" sz="2000" dirty="0"/>
              <a:t>저장 후 웹의 오른쪽 상단 메뉴의 </a:t>
            </a:r>
            <a:r>
              <a:rPr lang="en-US" altLang="ko-KR" sz="2000" dirty="0"/>
              <a:t>Rerun </a:t>
            </a:r>
            <a:r>
              <a:rPr lang="ko-KR" altLang="en-US" sz="2000" dirty="0"/>
              <a:t>누르면 수정 된 코드 페이지에 반영</a:t>
            </a:r>
            <a:endParaRPr lang="en-US" altLang="ko-KR" sz="20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7943E22-1906-BF94-3CB4-D2C6AC3D0F41}"/>
              </a:ext>
            </a:extLst>
          </p:cNvPr>
          <p:cNvSpPr/>
          <p:nvPr/>
        </p:nvSpPr>
        <p:spPr>
          <a:xfrm>
            <a:off x="1274590" y="5654517"/>
            <a:ext cx="1101962" cy="2564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E50B1F-7878-0F76-B349-5309E9EB1D9E}"/>
              </a:ext>
            </a:extLst>
          </p:cNvPr>
          <p:cNvSpPr/>
          <p:nvPr/>
        </p:nvSpPr>
        <p:spPr>
          <a:xfrm>
            <a:off x="7598228" y="1611083"/>
            <a:ext cx="2939143" cy="1295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02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F2A2-83CC-941E-7B99-E7CCEEF0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D8BFD97-CCBB-333A-BF69-BB8D1C238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68" y="3917746"/>
            <a:ext cx="6621179" cy="27987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3BC4F6E-7D00-BABF-B8BF-FC593D488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869505"/>
            <a:ext cx="5004685" cy="59509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5F86A4-822E-AC5A-516C-4282678230A3}"/>
              </a:ext>
            </a:extLst>
          </p:cNvPr>
          <p:cNvSpPr txBox="1"/>
          <p:nvPr/>
        </p:nvSpPr>
        <p:spPr>
          <a:xfrm>
            <a:off x="490147" y="869505"/>
            <a:ext cx="440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페이지 이동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3F8C8F-EF31-2586-B219-01619D49354A}"/>
              </a:ext>
            </a:extLst>
          </p:cNvPr>
          <p:cNvSpPr/>
          <p:nvPr/>
        </p:nvSpPr>
        <p:spPr>
          <a:xfrm>
            <a:off x="7358743" y="2318969"/>
            <a:ext cx="3472543" cy="18502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06B064-5A68-529E-E456-E836205F5829}"/>
              </a:ext>
            </a:extLst>
          </p:cNvPr>
          <p:cNvSpPr/>
          <p:nvPr/>
        </p:nvSpPr>
        <p:spPr>
          <a:xfrm>
            <a:off x="7358743" y="5649060"/>
            <a:ext cx="1687286" cy="10674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776E8D-15AC-1AA4-B7DA-0787291706B6}"/>
              </a:ext>
            </a:extLst>
          </p:cNvPr>
          <p:cNvSpPr/>
          <p:nvPr/>
        </p:nvSpPr>
        <p:spPr>
          <a:xfrm>
            <a:off x="7358743" y="1230084"/>
            <a:ext cx="2481944" cy="566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2B6F41F-AC18-3F8B-8BD2-C8A9CBBF1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15" y="1331170"/>
            <a:ext cx="6513729" cy="2238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0BC1E6-F486-1AC5-BBD1-C9B03BCE551B}"/>
              </a:ext>
            </a:extLst>
          </p:cNvPr>
          <p:cNvSpPr txBox="1"/>
          <p:nvPr/>
        </p:nvSpPr>
        <p:spPr>
          <a:xfrm>
            <a:off x="3009717" y="1377260"/>
            <a:ext cx="365256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Team_1, 2, 3 </a:t>
            </a:r>
            <a:r>
              <a:rPr lang="ko-KR" altLang="en-US" sz="2000" dirty="0"/>
              <a:t>파일에 코드 추가</a:t>
            </a:r>
            <a:r>
              <a:rPr lang="en-US" altLang="ko-KR" sz="2000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EC4D73-6812-7F3A-0149-48D9586A0F78}"/>
              </a:ext>
            </a:extLst>
          </p:cNvPr>
          <p:cNvSpPr txBox="1"/>
          <p:nvPr/>
        </p:nvSpPr>
        <p:spPr>
          <a:xfrm>
            <a:off x="7056163" y="773717"/>
            <a:ext cx="471351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Home </a:t>
            </a:r>
            <a:r>
              <a:rPr lang="ko-KR" altLang="en-US" sz="2000" dirty="0"/>
              <a:t>파일에서 각 페이지 참조</a:t>
            </a:r>
            <a:r>
              <a:rPr lang="en-US" altLang="ko-KR" sz="2000" dirty="0"/>
              <a:t>(import)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84933E-2ED8-7D83-AD3E-D90461EB83D9}"/>
              </a:ext>
            </a:extLst>
          </p:cNvPr>
          <p:cNvSpPr txBox="1"/>
          <p:nvPr/>
        </p:nvSpPr>
        <p:spPr>
          <a:xfrm>
            <a:off x="7123988" y="1878258"/>
            <a:ext cx="4577865" cy="3367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페이지 선택 시 출력 함수 추가</a:t>
            </a:r>
            <a:r>
              <a:rPr lang="en-US" altLang="ko-KR" sz="1600" dirty="0"/>
              <a:t>(</a:t>
            </a:r>
            <a:r>
              <a:rPr lang="en-US" altLang="ko-KR" sz="1600" dirty="0" err="1"/>
              <a:t>render_content</a:t>
            </a:r>
            <a:r>
              <a:rPr lang="en-US" altLang="ko-KR" sz="1600" dirty="0"/>
              <a:t>())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518CCB-AFC8-F4BC-3E2A-ED1856A8337A}"/>
              </a:ext>
            </a:extLst>
          </p:cNvPr>
          <p:cNvSpPr txBox="1"/>
          <p:nvPr/>
        </p:nvSpPr>
        <p:spPr>
          <a:xfrm>
            <a:off x="9172982" y="6184165"/>
            <a:ext cx="1944533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/>
              <a:t>main</a:t>
            </a:r>
            <a:r>
              <a:rPr lang="ko-KR" altLang="en-US" sz="2000" dirty="0"/>
              <a:t> 함수 수정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554226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07E38-423F-DFAB-2AC0-30842D76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1CFCDEE-916E-095D-0814-BE1DF1789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76" y="1300907"/>
            <a:ext cx="8502501" cy="53829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ADAD9D-8CA7-763F-09BE-F9AA93AFBB0A}"/>
              </a:ext>
            </a:extLst>
          </p:cNvPr>
          <p:cNvSpPr txBox="1"/>
          <p:nvPr/>
        </p:nvSpPr>
        <p:spPr>
          <a:xfrm>
            <a:off x="490147" y="869505"/>
            <a:ext cx="440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데이터베이스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3DD47E-02E8-2B04-62D7-ED657B4ED91C}"/>
              </a:ext>
            </a:extLst>
          </p:cNvPr>
          <p:cNvSpPr/>
          <p:nvPr/>
        </p:nvSpPr>
        <p:spPr>
          <a:xfrm>
            <a:off x="402772" y="3550717"/>
            <a:ext cx="3309258" cy="23384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23C2A4-83DE-9645-D308-06DF93B5E4F3}"/>
              </a:ext>
            </a:extLst>
          </p:cNvPr>
          <p:cNvSpPr/>
          <p:nvPr/>
        </p:nvSpPr>
        <p:spPr>
          <a:xfrm>
            <a:off x="4147457" y="2474865"/>
            <a:ext cx="4256314" cy="4109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60E38-71BB-CBD2-A8CE-3F76F70D3227}"/>
              </a:ext>
            </a:extLst>
          </p:cNvPr>
          <p:cNvSpPr txBox="1"/>
          <p:nvPr/>
        </p:nvSpPr>
        <p:spPr>
          <a:xfrm>
            <a:off x="623302" y="2721114"/>
            <a:ext cx="2868197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err="1"/>
              <a:t>Home_page</a:t>
            </a:r>
            <a:r>
              <a:rPr lang="en-US" altLang="ko-KR" sz="2000" dirty="0"/>
              <a:t>() </a:t>
            </a:r>
            <a:r>
              <a:rPr lang="ko-KR" altLang="en-US" sz="2000" dirty="0"/>
              <a:t>함수에서</a:t>
            </a:r>
            <a:endParaRPr lang="en-US" altLang="ko-KR" sz="2000" dirty="0"/>
          </a:p>
          <a:p>
            <a:r>
              <a:rPr lang="ko-KR" altLang="en-US" sz="2000" dirty="0"/>
              <a:t>데이터 호출 함수 실행</a:t>
            </a:r>
            <a:endParaRPr lang="en-US" altLang="ko-KR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B31B0F-006A-427D-5E72-54DF42250064}"/>
              </a:ext>
            </a:extLst>
          </p:cNvPr>
          <p:cNvSpPr txBox="1"/>
          <p:nvPr/>
        </p:nvSpPr>
        <p:spPr>
          <a:xfrm>
            <a:off x="3363686" y="1915445"/>
            <a:ext cx="648788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/>
              <a:t>데이터 베이스의 테이블이 데이터 프레임 형태로 출력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315287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7BA98-5BF5-E7DF-5320-01EC9D66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BEEBE4-E826-D800-06A9-A33AFAD31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3" y="1434668"/>
            <a:ext cx="10064073" cy="5149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C549D4-74AA-54B9-8AFD-96437031DC80}"/>
              </a:ext>
            </a:extLst>
          </p:cNvPr>
          <p:cNvSpPr txBox="1"/>
          <p:nvPr/>
        </p:nvSpPr>
        <p:spPr>
          <a:xfrm>
            <a:off x="490147" y="869505"/>
            <a:ext cx="440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데이터 표현 할 탭 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6C96E7-9BDB-48B5-130B-8F6F708D0751}"/>
              </a:ext>
            </a:extLst>
          </p:cNvPr>
          <p:cNvSpPr/>
          <p:nvPr/>
        </p:nvSpPr>
        <p:spPr>
          <a:xfrm>
            <a:off x="623302" y="5802085"/>
            <a:ext cx="9467755" cy="7312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F08323-44DB-C37C-BDD2-91C6DC402F6E}"/>
              </a:ext>
            </a:extLst>
          </p:cNvPr>
          <p:cNvSpPr txBox="1"/>
          <p:nvPr/>
        </p:nvSpPr>
        <p:spPr>
          <a:xfrm>
            <a:off x="623301" y="5246913"/>
            <a:ext cx="694226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err="1"/>
              <a:t>Home_page</a:t>
            </a:r>
            <a:r>
              <a:rPr lang="en-US" altLang="ko-KR" sz="2000" dirty="0"/>
              <a:t>()</a:t>
            </a:r>
            <a:r>
              <a:rPr lang="ko-KR" altLang="en-US" sz="2000" dirty="0"/>
              <a:t>에 데이터베이스의 정보를 표현 할 탭 생성</a:t>
            </a:r>
            <a:endParaRPr lang="en-US" altLang="ko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CDCA31-F8C8-EC71-6A5A-360E97144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57" y="1070186"/>
            <a:ext cx="6859140" cy="399537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FE1B4A1-D278-85E5-866B-95CAD1DEA014}"/>
              </a:ext>
            </a:extLst>
          </p:cNvPr>
          <p:cNvSpPr/>
          <p:nvPr/>
        </p:nvSpPr>
        <p:spPr>
          <a:xfrm>
            <a:off x="5159829" y="1926771"/>
            <a:ext cx="6706738" cy="849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8EA49F5-F94C-5818-7B03-1C22882F76FE}"/>
              </a:ext>
            </a:extLst>
          </p:cNvPr>
          <p:cNvCxnSpPr>
            <a:cxnSpLocks/>
          </p:cNvCxnSpPr>
          <p:nvPr/>
        </p:nvCxnSpPr>
        <p:spPr>
          <a:xfrm flipV="1">
            <a:off x="8153400" y="2950029"/>
            <a:ext cx="315686" cy="260168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023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FABE-9D7F-6926-D1A4-25CA0EB2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D2DF39E7-D2CD-0EA8-BB8A-017750F2F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419" y="1331170"/>
            <a:ext cx="4764719" cy="540612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F129A28-FF33-4E7C-598C-BA2B69F78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6" y="1444429"/>
            <a:ext cx="7096645" cy="4895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39EA7B-8800-10C8-C77C-6F64372E171B}"/>
              </a:ext>
            </a:extLst>
          </p:cNvPr>
          <p:cNvSpPr txBox="1"/>
          <p:nvPr/>
        </p:nvSpPr>
        <p:spPr>
          <a:xfrm>
            <a:off x="490147" y="869505"/>
            <a:ext cx="5147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데이터를 탭에 테이블 형태로 출력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AD2B3E-8DB6-D185-D7E6-B80A1D790A0C}"/>
              </a:ext>
            </a:extLst>
          </p:cNvPr>
          <p:cNvSpPr/>
          <p:nvPr/>
        </p:nvSpPr>
        <p:spPr>
          <a:xfrm>
            <a:off x="96885" y="2083433"/>
            <a:ext cx="7096645" cy="4256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59EBA-6DD3-84A6-C3E0-3F4BCB120CB8}"/>
              </a:ext>
            </a:extLst>
          </p:cNvPr>
          <p:cNvSpPr txBox="1"/>
          <p:nvPr/>
        </p:nvSpPr>
        <p:spPr>
          <a:xfrm>
            <a:off x="2705493" y="2139583"/>
            <a:ext cx="4326679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 err="1"/>
              <a:t>st.data_editor</a:t>
            </a:r>
            <a:r>
              <a:rPr lang="en-US" altLang="ko-KR" sz="2000" dirty="0"/>
              <a:t>()</a:t>
            </a:r>
            <a:r>
              <a:rPr lang="ko-KR" altLang="en-US" sz="2000" dirty="0"/>
              <a:t>을 이용해서</a:t>
            </a:r>
            <a:r>
              <a:rPr lang="en-US" altLang="ko-KR" sz="2000" dirty="0"/>
              <a:t> </a:t>
            </a:r>
          </a:p>
          <a:p>
            <a:r>
              <a:rPr lang="ko-KR" altLang="en-US" sz="2000" dirty="0"/>
              <a:t>탭의 첫 번째 열에 인원테이블 생성</a:t>
            </a:r>
            <a:endParaRPr lang="en-US" altLang="ko-KR" sz="2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01D7F4-1B2F-C10D-B388-CF73781BEB3C}"/>
              </a:ext>
            </a:extLst>
          </p:cNvPr>
          <p:cNvSpPr/>
          <p:nvPr/>
        </p:nvSpPr>
        <p:spPr>
          <a:xfrm>
            <a:off x="7258418" y="2275113"/>
            <a:ext cx="4694096" cy="44491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1471610-80B7-F2B0-D101-6BA275056F01}"/>
              </a:ext>
            </a:extLst>
          </p:cNvPr>
          <p:cNvCxnSpPr>
            <a:cxnSpLocks/>
          </p:cNvCxnSpPr>
          <p:nvPr/>
        </p:nvCxnSpPr>
        <p:spPr>
          <a:xfrm>
            <a:off x="6803571" y="3668486"/>
            <a:ext cx="1012372" cy="54340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156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DA13-DCA1-23F6-C434-0A31C3B7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9984199-2843-7633-3D75-5B4B7E7DD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0" y="1294838"/>
            <a:ext cx="8578367" cy="55091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92F5202-2FB8-914E-437F-B71992FE0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5" y="2235229"/>
            <a:ext cx="7247371" cy="41917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C21DA0-80E9-2CB6-8E83-474DBD771E67}"/>
              </a:ext>
            </a:extLst>
          </p:cNvPr>
          <p:cNvSpPr txBox="1"/>
          <p:nvPr/>
        </p:nvSpPr>
        <p:spPr>
          <a:xfrm>
            <a:off x="490147" y="869505"/>
            <a:ext cx="52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탭의 다른 열에 다른 테이블 추가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2A28E4-B71E-A0A9-3069-83A1232A34C5}"/>
              </a:ext>
            </a:extLst>
          </p:cNvPr>
          <p:cNvSpPr/>
          <p:nvPr/>
        </p:nvSpPr>
        <p:spPr>
          <a:xfrm>
            <a:off x="595098" y="4426228"/>
            <a:ext cx="6409017" cy="2000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0BECEC-1B30-8B7E-392C-1748CCCCA94B}"/>
              </a:ext>
            </a:extLst>
          </p:cNvPr>
          <p:cNvSpPr txBox="1"/>
          <p:nvPr/>
        </p:nvSpPr>
        <p:spPr>
          <a:xfrm>
            <a:off x="8040952" y="4131362"/>
            <a:ext cx="233796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그룹 테이블 추가</a:t>
            </a:r>
            <a:endParaRPr lang="en-US" altLang="ko-KR" sz="2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60F001-FA3B-B26E-F437-DF7E5189D51A}"/>
              </a:ext>
            </a:extLst>
          </p:cNvPr>
          <p:cNvSpPr/>
          <p:nvPr/>
        </p:nvSpPr>
        <p:spPr>
          <a:xfrm>
            <a:off x="8823489" y="1673167"/>
            <a:ext cx="3221978" cy="17558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57F3124-0BBD-789C-6180-B4E1C67D3B17}"/>
              </a:ext>
            </a:extLst>
          </p:cNvPr>
          <p:cNvCxnSpPr>
            <a:cxnSpLocks/>
          </p:cNvCxnSpPr>
          <p:nvPr/>
        </p:nvCxnSpPr>
        <p:spPr>
          <a:xfrm flipV="1">
            <a:off x="6928701" y="3051929"/>
            <a:ext cx="1753386" cy="117128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186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7FA9-F691-B6B2-323D-D6A29228E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500D36-3B75-6F45-D6B7-81ADEA1F9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358" y="915420"/>
            <a:ext cx="5250777" cy="57825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C067BA-4C05-DEC6-7801-D90EBE129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426"/>
          <a:stretch/>
        </p:blipFill>
        <p:spPr>
          <a:xfrm>
            <a:off x="226801" y="1865131"/>
            <a:ext cx="6409017" cy="28388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62CAEF-8867-EE4D-9B92-4B2249A47C76}"/>
              </a:ext>
            </a:extLst>
          </p:cNvPr>
          <p:cNvSpPr txBox="1"/>
          <p:nvPr/>
        </p:nvSpPr>
        <p:spPr>
          <a:xfrm>
            <a:off x="490147" y="869505"/>
            <a:ext cx="52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다른 탭에도 테이블 추가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B58A5E-B39E-94CC-DDC1-25F03E8D8280}"/>
              </a:ext>
            </a:extLst>
          </p:cNvPr>
          <p:cNvSpPr/>
          <p:nvPr/>
        </p:nvSpPr>
        <p:spPr>
          <a:xfrm>
            <a:off x="6813358" y="1353031"/>
            <a:ext cx="5232109" cy="53448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06B8C-D496-35BF-5764-29165986A49F}"/>
              </a:ext>
            </a:extLst>
          </p:cNvPr>
          <p:cNvSpPr txBox="1"/>
          <p:nvPr/>
        </p:nvSpPr>
        <p:spPr>
          <a:xfrm>
            <a:off x="697584" y="4817314"/>
            <a:ext cx="5505310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나머지 탭에도 테이블 추가</a:t>
            </a:r>
            <a:endParaRPr lang="en-US" altLang="ko-KR" sz="2000" dirty="0"/>
          </a:p>
          <a:p>
            <a:r>
              <a:rPr lang="en-US" altLang="ko-KR" sz="2000" dirty="0"/>
              <a:t>(</a:t>
            </a:r>
            <a:r>
              <a:rPr lang="ko-KR" altLang="en-US" sz="2000" dirty="0"/>
              <a:t>데이터가 없어서 테이블을 출력하지 않음</a:t>
            </a:r>
            <a:r>
              <a:rPr lang="en-US" altLang="ko-KR" sz="2000" dirty="0"/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12D227-8780-4853-F96F-B949DAE18B18}"/>
              </a:ext>
            </a:extLst>
          </p:cNvPr>
          <p:cNvSpPr/>
          <p:nvPr/>
        </p:nvSpPr>
        <p:spPr>
          <a:xfrm>
            <a:off x="659877" y="2551083"/>
            <a:ext cx="3921550" cy="15802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54C440B-07ED-5298-3515-790AA14D471D}"/>
              </a:ext>
            </a:extLst>
          </p:cNvPr>
          <p:cNvCxnSpPr>
            <a:cxnSpLocks/>
          </p:cNvCxnSpPr>
          <p:nvPr/>
        </p:nvCxnSpPr>
        <p:spPr>
          <a:xfrm flipH="1" flipV="1">
            <a:off x="4911365" y="3284554"/>
            <a:ext cx="1768713" cy="5666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267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2FA7-5773-482F-0FA7-F5B2B253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F19CE37-0BCD-7688-E346-759EA1C1E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96" y="1469614"/>
            <a:ext cx="4716202" cy="527462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5FFA728-E996-ACB3-D75E-617565C79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91" y="878932"/>
            <a:ext cx="6440335" cy="59030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AF8C27-2A89-519F-BC82-3A4D2AC019A9}"/>
              </a:ext>
            </a:extLst>
          </p:cNvPr>
          <p:cNvSpPr txBox="1"/>
          <p:nvPr/>
        </p:nvSpPr>
        <p:spPr>
          <a:xfrm>
            <a:off x="490147" y="869505"/>
            <a:ext cx="52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각 페이지 별 직원 명단 표시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B06EAD1-9A91-1C8E-8C04-20A9CE853002}"/>
              </a:ext>
            </a:extLst>
          </p:cNvPr>
          <p:cNvSpPr/>
          <p:nvPr/>
        </p:nvSpPr>
        <p:spPr>
          <a:xfrm>
            <a:off x="5133791" y="853761"/>
            <a:ext cx="6357482" cy="4680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B90CA3-7575-48F3-316A-5A6ACE89E978}"/>
              </a:ext>
            </a:extLst>
          </p:cNvPr>
          <p:cNvSpPr txBox="1"/>
          <p:nvPr/>
        </p:nvSpPr>
        <p:spPr>
          <a:xfrm>
            <a:off x="318264" y="5866229"/>
            <a:ext cx="4716202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config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get_member_data</a:t>
            </a:r>
            <a:r>
              <a:rPr lang="ko-KR" altLang="en-US" sz="2000" dirty="0"/>
              <a:t>를 이용하여 각 팀에 맞는 인원만 출력</a:t>
            </a:r>
            <a:endParaRPr lang="en-US" altLang="ko-KR" sz="2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7130AE-8DE3-8953-577E-B5D27DD0033F}"/>
              </a:ext>
            </a:extLst>
          </p:cNvPr>
          <p:cNvSpPr/>
          <p:nvPr/>
        </p:nvSpPr>
        <p:spPr>
          <a:xfrm>
            <a:off x="5363850" y="6391373"/>
            <a:ext cx="2221583" cy="362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39B9587-3BD1-7C28-95CF-A68452EF34E3}"/>
              </a:ext>
            </a:extLst>
          </p:cNvPr>
          <p:cNvCxnSpPr>
            <a:cxnSpLocks/>
          </p:cNvCxnSpPr>
          <p:nvPr/>
        </p:nvCxnSpPr>
        <p:spPr>
          <a:xfrm flipH="1">
            <a:off x="2554664" y="3474972"/>
            <a:ext cx="2369656" cy="201482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F09BEC15-E443-F75F-1FD0-B138B46F7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35" y="878932"/>
            <a:ext cx="2656014" cy="130808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E843981-A686-85B8-9183-432F0614E1FD}"/>
              </a:ext>
            </a:extLst>
          </p:cNvPr>
          <p:cNvSpPr/>
          <p:nvPr/>
        </p:nvSpPr>
        <p:spPr>
          <a:xfrm>
            <a:off x="393680" y="2856429"/>
            <a:ext cx="1906460" cy="29247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CDCFD7-4F3D-7E8D-6AA2-288DD4D2D674}"/>
              </a:ext>
            </a:extLst>
          </p:cNvPr>
          <p:cNvSpPr/>
          <p:nvPr/>
        </p:nvSpPr>
        <p:spPr>
          <a:xfrm>
            <a:off x="8763035" y="869505"/>
            <a:ext cx="2728238" cy="13175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85C05DB-FC2B-AD86-D271-2B1F6DDE4B46}"/>
              </a:ext>
            </a:extLst>
          </p:cNvPr>
          <p:cNvCxnSpPr>
            <a:cxnSpLocks/>
          </p:cNvCxnSpPr>
          <p:nvPr/>
        </p:nvCxnSpPr>
        <p:spPr>
          <a:xfrm flipH="1">
            <a:off x="7585433" y="2215485"/>
            <a:ext cx="1963662" cy="82828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311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72B1-D3C3-7DC3-9314-61EE9AAA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550F9DE-5FAF-E6B3-DDC5-BC9A3DAB3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3" y="1576115"/>
            <a:ext cx="5386552" cy="169988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C0BAD1-FF7A-697F-22F9-C7ABA8781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680" y="1323373"/>
            <a:ext cx="6642320" cy="53251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33C1BF-ABA7-47E4-B847-E99C4381E6CD}"/>
              </a:ext>
            </a:extLst>
          </p:cNvPr>
          <p:cNvSpPr txBox="1"/>
          <p:nvPr/>
        </p:nvSpPr>
        <p:spPr>
          <a:xfrm>
            <a:off x="490147" y="869505"/>
            <a:ext cx="52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프로젝트 추가 폼 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9C328D-4BBE-E813-98C7-3C4B624E9540}"/>
              </a:ext>
            </a:extLst>
          </p:cNvPr>
          <p:cNvSpPr/>
          <p:nvPr/>
        </p:nvSpPr>
        <p:spPr>
          <a:xfrm>
            <a:off x="5901178" y="4213781"/>
            <a:ext cx="6127423" cy="2288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6DB6C83-B250-6873-E8B6-516E783787D4}"/>
              </a:ext>
            </a:extLst>
          </p:cNvPr>
          <p:cNvCxnSpPr>
            <a:cxnSpLocks/>
          </p:cNvCxnSpPr>
          <p:nvPr/>
        </p:nvCxnSpPr>
        <p:spPr>
          <a:xfrm flipH="1" flipV="1">
            <a:off x="5034466" y="3429000"/>
            <a:ext cx="866712" cy="78907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FAB0DB-7E57-C3AE-8871-7FEB752609DB}"/>
              </a:ext>
            </a:extLst>
          </p:cNvPr>
          <p:cNvSpPr/>
          <p:nvPr/>
        </p:nvSpPr>
        <p:spPr>
          <a:xfrm>
            <a:off x="267748" y="2393210"/>
            <a:ext cx="5105529" cy="7741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0AF845-AFC7-235E-D7AF-FFF08CF54CEC}"/>
              </a:ext>
            </a:extLst>
          </p:cNvPr>
          <p:cNvSpPr/>
          <p:nvPr/>
        </p:nvSpPr>
        <p:spPr>
          <a:xfrm>
            <a:off x="5549679" y="1312111"/>
            <a:ext cx="3024895" cy="22889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3055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5E136-890C-B9B0-EACA-F873E0EA1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5C82C59-9190-F3F3-6577-506ADB55B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2" y="1312112"/>
            <a:ext cx="6120515" cy="42225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02D9171-64B3-EC1F-69E1-FE2DB4BCE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157" y="781986"/>
            <a:ext cx="6011160" cy="60703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A7D413-1D22-01E9-A35B-DFB7D65EC6F7}"/>
              </a:ext>
            </a:extLst>
          </p:cNvPr>
          <p:cNvSpPr txBox="1"/>
          <p:nvPr/>
        </p:nvSpPr>
        <p:spPr>
          <a:xfrm>
            <a:off x="490147" y="869505"/>
            <a:ext cx="52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프로젝트 추가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097304-2919-4A08-E709-E6549D7B0C04}"/>
              </a:ext>
            </a:extLst>
          </p:cNvPr>
          <p:cNvSpPr/>
          <p:nvPr/>
        </p:nvSpPr>
        <p:spPr>
          <a:xfrm>
            <a:off x="6331016" y="1543050"/>
            <a:ext cx="5690677" cy="52904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6ED4F8B-3B60-D575-325B-2D746E3D1E36}"/>
              </a:ext>
            </a:extLst>
          </p:cNvPr>
          <p:cNvCxnSpPr>
            <a:cxnSpLocks/>
          </p:cNvCxnSpPr>
          <p:nvPr/>
        </p:nvCxnSpPr>
        <p:spPr>
          <a:xfrm flipH="1">
            <a:off x="5674544" y="2035077"/>
            <a:ext cx="900391" cy="4890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54FD764-5345-75AB-D34A-773549E8CEB0}"/>
              </a:ext>
            </a:extLst>
          </p:cNvPr>
          <p:cNvSpPr/>
          <p:nvPr/>
        </p:nvSpPr>
        <p:spPr>
          <a:xfrm>
            <a:off x="301658" y="2300140"/>
            <a:ext cx="5794342" cy="32457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0826937-D25E-B5E7-F91F-00DF570F7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2" y="5656825"/>
            <a:ext cx="6011161" cy="5027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E99519-6B90-B966-A424-0F2589D26711}"/>
              </a:ext>
            </a:extLst>
          </p:cNvPr>
          <p:cNvSpPr txBox="1"/>
          <p:nvPr/>
        </p:nvSpPr>
        <p:spPr>
          <a:xfrm>
            <a:off x="2996499" y="6223008"/>
            <a:ext cx="2967541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저장하고 </a:t>
            </a:r>
            <a:r>
              <a:rPr lang="en-US" altLang="ko-KR" sz="2000" dirty="0"/>
              <a:t>MySQL </a:t>
            </a:r>
            <a:r>
              <a:rPr lang="ko-KR" altLang="en-US" sz="2000" dirty="0"/>
              <a:t>확인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72399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E3BD-AA98-FE2E-78F8-C99CCB25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3789C01A-75C1-85A0-05F8-1DDB6FBD5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39" y="1352741"/>
            <a:ext cx="9063938" cy="463575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825321C-693B-441C-27E9-EAD037AB1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066" y="1073510"/>
            <a:ext cx="8100142" cy="43046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00F8FD-A2B9-1F24-B895-09BE4C936905}"/>
              </a:ext>
            </a:extLst>
          </p:cNvPr>
          <p:cNvSpPr txBox="1"/>
          <p:nvPr/>
        </p:nvSpPr>
        <p:spPr>
          <a:xfrm>
            <a:off x="490147" y="869505"/>
            <a:ext cx="52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프로젝트 탭 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3E2152-1DC3-DA5F-3C88-EDC47A3EA700}"/>
              </a:ext>
            </a:extLst>
          </p:cNvPr>
          <p:cNvSpPr/>
          <p:nvPr/>
        </p:nvSpPr>
        <p:spPr>
          <a:xfrm>
            <a:off x="3994731" y="1901269"/>
            <a:ext cx="7741640" cy="3381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9DD99B7-F842-F40C-0066-E02D35B35B63}"/>
              </a:ext>
            </a:extLst>
          </p:cNvPr>
          <p:cNvCxnSpPr>
            <a:cxnSpLocks/>
          </p:cNvCxnSpPr>
          <p:nvPr/>
        </p:nvCxnSpPr>
        <p:spPr>
          <a:xfrm flipH="1">
            <a:off x="5674544" y="2035077"/>
            <a:ext cx="900391" cy="4890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EB1BA8-E6BF-7D7F-D96E-E386ACB7550D}"/>
              </a:ext>
            </a:extLst>
          </p:cNvPr>
          <p:cNvSpPr/>
          <p:nvPr/>
        </p:nvSpPr>
        <p:spPr>
          <a:xfrm>
            <a:off x="330396" y="5526829"/>
            <a:ext cx="5929001" cy="4616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F39D7C-F53E-9853-0821-9FCB49A564A4}"/>
              </a:ext>
            </a:extLst>
          </p:cNvPr>
          <p:cNvSpPr txBox="1"/>
          <p:nvPr/>
        </p:nvSpPr>
        <p:spPr>
          <a:xfrm>
            <a:off x="291839" y="6032232"/>
            <a:ext cx="346002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/>
              <a:t>각 프로젝트에 대한 탭 생성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768830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2E810-4E81-78F6-6784-D93EDCB64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0960332-7E71-7C50-0BC9-E7B977771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2" y="2903455"/>
            <a:ext cx="6282147" cy="366458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AC28CBC-A617-DA20-80D7-A6128A1ED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224" y="1027972"/>
            <a:ext cx="7557954" cy="39193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17A220-DA85-5992-CB75-81AA144C46A7}"/>
              </a:ext>
            </a:extLst>
          </p:cNvPr>
          <p:cNvSpPr txBox="1"/>
          <p:nvPr/>
        </p:nvSpPr>
        <p:spPr>
          <a:xfrm>
            <a:off x="490147" y="869505"/>
            <a:ext cx="52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프로젝트 삭제 버튼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D22A418-4EE9-8436-9884-FB48E6F17945}"/>
              </a:ext>
            </a:extLst>
          </p:cNvPr>
          <p:cNvSpPr/>
          <p:nvPr/>
        </p:nvSpPr>
        <p:spPr>
          <a:xfrm>
            <a:off x="5107094" y="2374100"/>
            <a:ext cx="6846781" cy="24995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3F9D05E-0A66-A7FF-69ED-067D873F3714}"/>
              </a:ext>
            </a:extLst>
          </p:cNvPr>
          <p:cNvCxnSpPr>
            <a:cxnSpLocks/>
          </p:cNvCxnSpPr>
          <p:nvPr/>
        </p:nvCxnSpPr>
        <p:spPr>
          <a:xfrm flipH="1">
            <a:off x="4878118" y="4673168"/>
            <a:ext cx="212155" cy="3669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69A7C9-8F2D-88E8-0C9B-BF496831909D}"/>
              </a:ext>
            </a:extLst>
          </p:cNvPr>
          <p:cNvSpPr/>
          <p:nvPr/>
        </p:nvSpPr>
        <p:spPr>
          <a:xfrm>
            <a:off x="3337089" y="5162216"/>
            <a:ext cx="3082059" cy="1283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92D3DE-C2AC-A53A-F373-0CF091C914BC}"/>
              </a:ext>
            </a:extLst>
          </p:cNvPr>
          <p:cNvSpPr txBox="1"/>
          <p:nvPr/>
        </p:nvSpPr>
        <p:spPr>
          <a:xfrm>
            <a:off x="6523348" y="5659970"/>
            <a:ext cx="558066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config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delete_project</a:t>
            </a:r>
            <a:r>
              <a:rPr lang="en-US" altLang="ko-KR" sz="2000" dirty="0"/>
              <a:t>() </a:t>
            </a:r>
            <a:r>
              <a:rPr lang="ko-KR" altLang="en-US" sz="2000" dirty="0"/>
              <a:t>함수로 프로젝트 삭제</a:t>
            </a:r>
            <a:endParaRPr lang="en-US" altLang="ko-KR" sz="2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428B80-5F40-44E6-9534-75F58A06540E}"/>
              </a:ext>
            </a:extLst>
          </p:cNvPr>
          <p:cNvSpPr/>
          <p:nvPr/>
        </p:nvSpPr>
        <p:spPr>
          <a:xfrm>
            <a:off x="5817910" y="3734212"/>
            <a:ext cx="2939591" cy="1967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11AE81D-165E-8CB7-72DD-EB9899242084}"/>
              </a:ext>
            </a:extLst>
          </p:cNvPr>
          <p:cNvCxnSpPr>
            <a:cxnSpLocks/>
          </p:cNvCxnSpPr>
          <p:nvPr/>
        </p:nvCxnSpPr>
        <p:spPr>
          <a:xfrm>
            <a:off x="8681914" y="3905971"/>
            <a:ext cx="254696" cy="166821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113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FCE6-34EB-7B70-4420-C57D2351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84F275-35D9-76D0-2F0F-C22647EBC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356"/>
          <a:stretch/>
        </p:blipFill>
        <p:spPr>
          <a:xfrm>
            <a:off x="255847" y="1310396"/>
            <a:ext cx="5554626" cy="51355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58E2B01-C609-2A10-D384-2393E42C8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840" y="797920"/>
            <a:ext cx="7078063" cy="58110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8A0C3F-A9C5-FC74-B16A-8915EF66569B}"/>
              </a:ext>
            </a:extLst>
          </p:cNvPr>
          <p:cNvSpPr txBox="1"/>
          <p:nvPr/>
        </p:nvSpPr>
        <p:spPr>
          <a:xfrm>
            <a:off x="490147" y="869505"/>
            <a:ext cx="52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Main, Sub Task </a:t>
            </a:r>
            <a:r>
              <a:rPr lang="ko-KR" altLang="en-US" sz="2400" dirty="0"/>
              <a:t>데이터 로드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7896AF-A145-AFE6-A137-CB7654221257}"/>
              </a:ext>
            </a:extLst>
          </p:cNvPr>
          <p:cNvSpPr/>
          <p:nvPr/>
        </p:nvSpPr>
        <p:spPr>
          <a:xfrm>
            <a:off x="284128" y="1762634"/>
            <a:ext cx="2421365" cy="4673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5002E1-F8D8-574A-D64B-0EE0F4A49715}"/>
              </a:ext>
            </a:extLst>
          </p:cNvPr>
          <p:cNvSpPr/>
          <p:nvPr/>
        </p:nvSpPr>
        <p:spPr>
          <a:xfrm>
            <a:off x="4745558" y="797920"/>
            <a:ext cx="6956295" cy="58110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6405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06B6-05E5-F1D2-5094-4712F5DD2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E0E2248-9BE8-743B-BE8E-FE640AD91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447" y="1331169"/>
            <a:ext cx="3746803" cy="53903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B938C49-D642-0FA5-749B-3CD974577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751" y="869505"/>
            <a:ext cx="5100102" cy="5858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4B98C3-DB88-AFE6-1781-D8AF7B7C75F8}"/>
              </a:ext>
            </a:extLst>
          </p:cNvPr>
          <p:cNvSpPr txBox="1"/>
          <p:nvPr/>
        </p:nvSpPr>
        <p:spPr>
          <a:xfrm>
            <a:off x="490147" y="869505"/>
            <a:ext cx="717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Main Task </a:t>
            </a:r>
            <a:r>
              <a:rPr lang="ko-KR" altLang="en-US" sz="2400" dirty="0"/>
              <a:t>테이블 출력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3B7F2C-A587-972F-51B1-423FEB1FFA01}"/>
              </a:ext>
            </a:extLst>
          </p:cNvPr>
          <p:cNvSpPr/>
          <p:nvPr/>
        </p:nvSpPr>
        <p:spPr>
          <a:xfrm>
            <a:off x="1881155" y="2969443"/>
            <a:ext cx="3614672" cy="36293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D973C0-472A-082B-CF07-BEB9BCFE2562}"/>
              </a:ext>
            </a:extLst>
          </p:cNvPr>
          <p:cNvSpPr/>
          <p:nvPr/>
        </p:nvSpPr>
        <p:spPr>
          <a:xfrm>
            <a:off x="6620605" y="1446245"/>
            <a:ext cx="4955511" cy="5271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24B73D4-FAEF-1F25-B5FD-B2523DE53E25}"/>
              </a:ext>
            </a:extLst>
          </p:cNvPr>
          <p:cNvCxnSpPr>
            <a:cxnSpLocks/>
          </p:cNvCxnSpPr>
          <p:nvPr/>
        </p:nvCxnSpPr>
        <p:spPr>
          <a:xfrm flipH="1">
            <a:off x="5627958" y="3949994"/>
            <a:ext cx="866910" cy="244934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961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95E9-5F69-249D-B763-B1BC6109D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1F4B8F9D-72A9-8D01-0E1A-564E384A9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549" y="3776056"/>
            <a:ext cx="6136880" cy="10019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946B2ED-9E11-F1C1-0828-4C5ED165F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1" y="1446245"/>
            <a:ext cx="4064076" cy="51343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4AE1D5-2CB0-B2F1-FB93-DBB13515C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005" y="2630684"/>
            <a:ext cx="10545276" cy="7157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F50CFD-05FD-C912-A4B0-287ACB63B153}"/>
              </a:ext>
            </a:extLst>
          </p:cNvPr>
          <p:cNvSpPr txBox="1"/>
          <p:nvPr/>
        </p:nvSpPr>
        <p:spPr>
          <a:xfrm>
            <a:off x="490147" y="869505"/>
            <a:ext cx="717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저장 버튼 생성 및 데이터 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002B3E-70F1-AC10-6A2F-95115FAA0798}"/>
              </a:ext>
            </a:extLst>
          </p:cNvPr>
          <p:cNvSpPr/>
          <p:nvPr/>
        </p:nvSpPr>
        <p:spPr>
          <a:xfrm>
            <a:off x="64504" y="5580667"/>
            <a:ext cx="3923034" cy="999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5C49EB-C935-764D-1D00-AB94CE4D9FB3}"/>
              </a:ext>
            </a:extLst>
          </p:cNvPr>
          <p:cNvSpPr/>
          <p:nvPr/>
        </p:nvSpPr>
        <p:spPr>
          <a:xfrm>
            <a:off x="386280" y="1912852"/>
            <a:ext cx="1065450" cy="472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7BEBB72-0857-E102-B330-D72F564D1F96}"/>
              </a:ext>
            </a:extLst>
          </p:cNvPr>
          <p:cNvCxnSpPr>
            <a:cxnSpLocks/>
          </p:cNvCxnSpPr>
          <p:nvPr/>
        </p:nvCxnSpPr>
        <p:spPr>
          <a:xfrm flipH="1">
            <a:off x="1502005" y="4841062"/>
            <a:ext cx="2684304" cy="570693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122BA81-420B-3D69-A82E-5678690A5CB5}"/>
              </a:ext>
            </a:extLst>
          </p:cNvPr>
          <p:cNvCxnSpPr>
            <a:cxnSpLocks/>
          </p:cNvCxnSpPr>
          <p:nvPr/>
        </p:nvCxnSpPr>
        <p:spPr>
          <a:xfrm>
            <a:off x="1300899" y="2461586"/>
            <a:ext cx="2885410" cy="364219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43707A7-CBFC-4451-6BFC-E2C9979CC4CB}"/>
              </a:ext>
            </a:extLst>
          </p:cNvPr>
          <p:cNvCxnSpPr>
            <a:cxnSpLocks/>
          </p:cNvCxnSpPr>
          <p:nvPr/>
        </p:nvCxnSpPr>
        <p:spPr>
          <a:xfrm>
            <a:off x="4031510" y="2296798"/>
            <a:ext cx="1643811" cy="22877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C7109D-B6FB-8608-95C9-2D6099FAF2B3}"/>
              </a:ext>
            </a:extLst>
          </p:cNvPr>
          <p:cNvSpPr/>
          <p:nvPr/>
        </p:nvSpPr>
        <p:spPr>
          <a:xfrm>
            <a:off x="1451729" y="1912852"/>
            <a:ext cx="2592371" cy="472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6EF4F8-9976-0924-9EE0-1A1E36544BFB}"/>
              </a:ext>
            </a:extLst>
          </p:cNvPr>
          <p:cNvSpPr/>
          <p:nvPr/>
        </p:nvSpPr>
        <p:spPr>
          <a:xfrm>
            <a:off x="5893323" y="2640644"/>
            <a:ext cx="4155650" cy="630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5A9E5A-80FD-B48E-685F-B6A35E5929B3}"/>
              </a:ext>
            </a:extLst>
          </p:cNvPr>
          <p:cNvSpPr/>
          <p:nvPr/>
        </p:nvSpPr>
        <p:spPr>
          <a:xfrm>
            <a:off x="4278175" y="2634404"/>
            <a:ext cx="1615148" cy="6466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1215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4F8E-D4F6-F88B-8ECF-4C265653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D29BFD3D-619C-B5C5-0913-687F4D03E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1" y="1431867"/>
            <a:ext cx="9072550" cy="52423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AB703A3-06EE-6517-7620-CADF3857F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40" y="748078"/>
            <a:ext cx="5385862" cy="10991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9CED30-4BF4-4FD4-02A8-1332AD93AD05}"/>
              </a:ext>
            </a:extLst>
          </p:cNvPr>
          <p:cNvSpPr txBox="1"/>
          <p:nvPr/>
        </p:nvSpPr>
        <p:spPr>
          <a:xfrm>
            <a:off x="490147" y="869505"/>
            <a:ext cx="717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Sub Task</a:t>
            </a:r>
            <a:r>
              <a:rPr lang="ko-KR" altLang="en-US" sz="2400" dirty="0"/>
              <a:t>의 생성 및 날짜 계산 로직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9D29E0-B3A2-8C53-78F3-CFEE43951D1D}"/>
              </a:ext>
            </a:extLst>
          </p:cNvPr>
          <p:cNvSpPr/>
          <p:nvPr/>
        </p:nvSpPr>
        <p:spPr>
          <a:xfrm>
            <a:off x="6565940" y="746200"/>
            <a:ext cx="5323411" cy="10891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BB5129-3DF2-1D52-A4F5-E7888383E437}"/>
              </a:ext>
            </a:extLst>
          </p:cNvPr>
          <p:cNvSpPr txBox="1"/>
          <p:nvPr/>
        </p:nvSpPr>
        <p:spPr>
          <a:xfrm>
            <a:off x="358219" y="4874823"/>
            <a:ext cx="11705770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`</a:t>
            </a:r>
            <a:r>
              <a:rPr lang="en-US" altLang="ko-KR" sz="2000" dirty="0" err="1"/>
              <a:t>Main_Task_name</a:t>
            </a:r>
            <a:r>
              <a:rPr lang="en-US" altLang="ko-KR" sz="2000" dirty="0"/>
              <a:t>`</a:t>
            </a:r>
            <a:r>
              <a:rPr lang="ko-KR" altLang="en-US" sz="2000" dirty="0"/>
              <a:t>과 </a:t>
            </a:r>
            <a:r>
              <a:rPr lang="en-US" altLang="ko-KR" sz="2000" dirty="0"/>
              <a:t>`</a:t>
            </a:r>
            <a:r>
              <a:rPr lang="en-US" altLang="ko-KR" sz="2000" dirty="0" err="1"/>
              <a:t>Sub_Task_name</a:t>
            </a:r>
            <a:r>
              <a:rPr lang="en-US" altLang="ko-KR" sz="2000" dirty="0"/>
              <a:t>`</a:t>
            </a:r>
            <a:r>
              <a:rPr lang="ko-KR" altLang="en-US" sz="2000" dirty="0"/>
              <a:t>은 필수 입력 값</a:t>
            </a:r>
            <a:endParaRPr lang="en-US" altLang="ko-KR" sz="2000" dirty="0"/>
          </a:p>
          <a:p>
            <a:r>
              <a:rPr lang="en-US" altLang="ko-KR" sz="2000" dirty="0"/>
              <a:t>`</a:t>
            </a:r>
            <a:r>
              <a:rPr lang="en-US" altLang="ko-KR" sz="2000" dirty="0" err="1"/>
              <a:t>offset_days</a:t>
            </a:r>
            <a:r>
              <a:rPr lang="en-US" altLang="ko-KR" sz="2000" dirty="0"/>
              <a:t>`, `duration`</a:t>
            </a:r>
            <a:r>
              <a:rPr lang="ko-KR" altLang="en-US" sz="2000" dirty="0"/>
              <a:t>은 기본값 </a:t>
            </a:r>
            <a:r>
              <a:rPr lang="en-US" altLang="ko-KR" sz="2000" dirty="0"/>
              <a:t>`0`</a:t>
            </a:r>
          </a:p>
          <a:p>
            <a:r>
              <a:rPr lang="en-US" altLang="ko-KR" sz="2000" dirty="0"/>
              <a:t>`</a:t>
            </a:r>
            <a:r>
              <a:rPr lang="en-US" altLang="ko-KR" sz="2000" dirty="0" err="1"/>
              <a:t>Main_Task_name</a:t>
            </a:r>
            <a:r>
              <a:rPr lang="en-US" altLang="ko-KR" sz="2000" dirty="0"/>
              <a:t>`</a:t>
            </a:r>
            <a:r>
              <a:rPr lang="ko-KR" altLang="en-US" sz="2000" dirty="0"/>
              <a:t>은 두 테이블에서 같은 값이어야 함</a:t>
            </a:r>
            <a:endParaRPr lang="en-US" altLang="ko-KR" sz="2000" dirty="0"/>
          </a:p>
          <a:p>
            <a:r>
              <a:rPr lang="en-US" altLang="ko-KR" sz="2000" dirty="0" err="1"/>
              <a:t>Main_Task</a:t>
            </a:r>
            <a:r>
              <a:rPr lang="ko-KR" altLang="en-US" sz="2000" dirty="0"/>
              <a:t>의 </a:t>
            </a:r>
            <a:r>
              <a:rPr lang="en-US" altLang="ko-KR" sz="2000" dirty="0"/>
              <a:t>`</a:t>
            </a:r>
            <a:r>
              <a:rPr lang="en-US" altLang="ko-KR" sz="2000" dirty="0" err="1"/>
              <a:t>start_date</a:t>
            </a:r>
            <a:r>
              <a:rPr lang="en-US" altLang="ko-KR" sz="2000" dirty="0"/>
              <a:t>`</a:t>
            </a:r>
            <a:r>
              <a:rPr lang="ko-KR" altLang="en-US" sz="2000" dirty="0"/>
              <a:t>와 </a:t>
            </a:r>
            <a:r>
              <a:rPr lang="en-US" altLang="ko-KR" sz="2000" dirty="0" err="1"/>
              <a:t>Sub_Task</a:t>
            </a:r>
            <a:r>
              <a:rPr lang="ko-KR" altLang="en-US" sz="2000" dirty="0"/>
              <a:t>의 </a:t>
            </a:r>
            <a:r>
              <a:rPr lang="en-US" altLang="ko-KR" sz="2000" dirty="0"/>
              <a:t>`offset`</a:t>
            </a:r>
            <a:r>
              <a:rPr lang="ko-KR" altLang="en-US" sz="2000" dirty="0"/>
              <a:t>값이 계산되어 </a:t>
            </a:r>
            <a:r>
              <a:rPr lang="en-US" altLang="ko-KR" sz="2000" dirty="0" err="1"/>
              <a:t>Sub_Task</a:t>
            </a:r>
            <a:r>
              <a:rPr lang="ko-KR" altLang="en-US" sz="2000" dirty="0"/>
              <a:t>의 </a:t>
            </a:r>
            <a:r>
              <a:rPr lang="en-US" altLang="ko-KR" sz="2000" dirty="0"/>
              <a:t>`</a:t>
            </a:r>
            <a:r>
              <a:rPr lang="en-US" altLang="ko-KR" sz="2000" dirty="0" err="1"/>
              <a:t>start_date</a:t>
            </a:r>
            <a:r>
              <a:rPr lang="en-US" altLang="ko-KR" sz="2000" dirty="0"/>
              <a:t>` </a:t>
            </a:r>
            <a:r>
              <a:rPr lang="ko-KR" altLang="en-US" sz="2000" dirty="0"/>
              <a:t>출력</a:t>
            </a:r>
            <a:r>
              <a:rPr lang="en-US" altLang="ko-KR" sz="2000" dirty="0"/>
              <a:t>(</a:t>
            </a:r>
            <a:r>
              <a:rPr lang="ko-KR" altLang="en-US" sz="2000" dirty="0"/>
              <a:t>입력 </a:t>
            </a:r>
            <a:r>
              <a:rPr lang="en-US" altLang="ko-KR" sz="2000" dirty="0"/>
              <a:t>X)</a:t>
            </a:r>
          </a:p>
          <a:p>
            <a:r>
              <a:rPr lang="en-US" altLang="ko-KR" sz="2000" dirty="0" err="1"/>
              <a:t>Sub_Task</a:t>
            </a:r>
            <a:r>
              <a:rPr lang="ko-KR" altLang="en-US" sz="2000" dirty="0"/>
              <a:t>의 </a:t>
            </a:r>
            <a:r>
              <a:rPr lang="en-US" altLang="ko-KR" sz="2000" dirty="0"/>
              <a:t>`</a:t>
            </a:r>
            <a:r>
              <a:rPr lang="en-US" altLang="ko-KR" sz="2000" dirty="0" err="1"/>
              <a:t>start_date</a:t>
            </a:r>
            <a:r>
              <a:rPr lang="en-US" altLang="ko-KR" sz="2000" dirty="0"/>
              <a:t>`</a:t>
            </a:r>
            <a:r>
              <a:rPr lang="ko-KR" altLang="en-US" sz="2000" dirty="0"/>
              <a:t>와 </a:t>
            </a:r>
            <a:r>
              <a:rPr lang="en-US" altLang="ko-KR" sz="2000" dirty="0"/>
              <a:t>`duration`</a:t>
            </a:r>
            <a:r>
              <a:rPr lang="ko-KR" altLang="en-US" sz="2000" dirty="0"/>
              <a:t>이 계산되어 </a:t>
            </a:r>
            <a:r>
              <a:rPr lang="en-US" altLang="ko-KR" sz="2000" dirty="0" err="1"/>
              <a:t>Sub_Task</a:t>
            </a:r>
            <a:r>
              <a:rPr lang="ko-KR" altLang="en-US" sz="2000" dirty="0"/>
              <a:t>의 </a:t>
            </a:r>
            <a:r>
              <a:rPr lang="en-US" altLang="ko-KR" sz="2000" dirty="0"/>
              <a:t>`</a:t>
            </a:r>
            <a:r>
              <a:rPr lang="en-US" altLang="ko-KR" sz="2000" dirty="0" err="1"/>
              <a:t>end_date</a:t>
            </a:r>
            <a:r>
              <a:rPr lang="en-US" altLang="ko-KR" sz="2000" dirty="0"/>
              <a:t>` </a:t>
            </a:r>
            <a:r>
              <a:rPr lang="ko-KR" altLang="en-US" sz="2000" dirty="0"/>
              <a:t>출력</a:t>
            </a:r>
            <a:r>
              <a:rPr lang="en-US" altLang="ko-KR" sz="2000" dirty="0"/>
              <a:t>(</a:t>
            </a:r>
            <a:r>
              <a:rPr lang="ko-KR" altLang="en-US" sz="2000" dirty="0"/>
              <a:t>입력 </a:t>
            </a:r>
            <a:r>
              <a:rPr lang="en-US" altLang="ko-KR" sz="2000" dirty="0"/>
              <a:t>X)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553A618-53D9-27FD-395C-D0E2761B6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2717" y="2809188"/>
            <a:ext cx="7731894" cy="2010620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91E64228-576E-4FDA-20FE-D96427CA74FF}"/>
              </a:ext>
            </a:extLst>
          </p:cNvPr>
          <p:cNvSpPr/>
          <p:nvPr/>
        </p:nvSpPr>
        <p:spPr>
          <a:xfrm>
            <a:off x="4342786" y="2782452"/>
            <a:ext cx="7641825" cy="2037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2341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C9CD-8C91-9E57-AC35-96D9A85D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0BC8A665-B45B-CB69-F1AB-788A28E4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9" y="1331169"/>
            <a:ext cx="11856600" cy="52016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106013-6B17-0D8A-5FAA-1F2C51B8405B}"/>
              </a:ext>
            </a:extLst>
          </p:cNvPr>
          <p:cNvSpPr txBox="1"/>
          <p:nvPr/>
        </p:nvSpPr>
        <p:spPr>
          <a:xfrm>
            <a:off x="490147" y="869505"/>
            <a:ext cx="717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Sub Task </a:t>
            </a:r>
            <a:r>
              <a:rPr lang="ko-KR" altLang="en-US" sz="2400" dirty="0"/>
              <a:t>생성 및 데이터 입력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D4E2972-C079-F6AD-AD31-A9F614646594}"/>
              </a:ext>
            </a:extLst>
          </p:cNvPr>
          <p:cNvCxnSpPr>
            <a:cxnSpLocks/>
          </p:cNvCxnSpPr>
          <p:nvPr/>
        </p:nvCxnSpPr>
        <p:spPr>
          <a:xfrm flipH="1">
            <a:off x="4261862" y="2340501"/>
            <a:ext cx="121150" cy="27939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956B9B94-0A49-7308-2D3B-8F25844B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26" y="2619899"/>
            <a:ext cx="10840963" cy="60968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1C4E3D0-6B6E-B010-8EFE-234743A948A8}"/>
              </a:ext>
            </a:extLst>
          </p:cNvPr>
          <p:cNvSpPr/>
          <p:nvPr/>
        </p:nvSpPr>
        <p:spPr>
          <a:xfrm>
            <a:off x="4495199" y="1883968"/>
            <a:ext cx="7335453" cy="609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17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DA571-EB9A-22AA-7465-2CE67C69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6FC64CC6-DC5E-C27C-A859-CE86F1449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71" y="992055"/>
            <a:ext cx="6037290" cy="568868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7B6DDA7-1A70-4786-A726-CA49D9EA7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27" y="1440682"/>
            <a:ext cx="5896896" cy="24615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3F0881-18A6-8073-CB03-04BF85E478C6}"/>
              </a:ext>
            </a:extLst>
          </p:cNvPr>
          <p:cNvSpPr txBox="1"/>
          <p:nvPr/>
        </p:nvSpPr>
        <p:spPr>
          <a:xfrm>
            <a:off x="490147" y="869505"/>
            <a:ext cx="7173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스케줄러 실행</a:t>
            </a:r>
            <a:r>
              <a:rPr lang="en-US" altLang="ko-KR" sz="2400" dirty="0"/>
              <a:t> (email</a:t>
            </a:r>
            <a:r>
              <a:rPr lang="ko-KR" altLang="en-US" sz="2400" dirty="0"/>
              <a:t>보내는 </a:t>
            </a:r>
            <a:r>
              <a:rPr lang="en-US" altLang="ko-KR" sz="2400" dirty="0"/>
              <a:t>event </a:t>
            </a:r>
            <a:r>
              <a:rPr lang="ko-KR" altLang="en-US" sz="2400" dirty="0"/>
              <a:t>발생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366C86-C189-4DD2-B9A0-BB4BD649A968}"/>
              </a:ext>
            </a:extLst>
          </p:cNvPr>
          <p:cNvSpPr/>
          <p:nvPr/>
        </p:nvSpPr>
        <p:spPr>
          <a:xfrm>
            <a:off x="564123" y="3308808"/>
            <a:ext cx="5403043" cy="574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361D781-8443-52DA-5BD3-F4F483A2B7BF}"/>
              </a:ext>
            </a:extLst>
          </p:cNvPr>
          <p:cNvCxnSpPr>
            <a:cxnSpLocks/>
          </p:cNvCxnSpPr>
          <p:nvPr/>
        </p:nvCxnSpPr>
        <p:spPr>
          <a:xfrm flipH="1">
            <a:off x="4506012" y="2092751"/>
            <a:ext cx="1376314" cy="106708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FFC367C-6E0E-7CD0-5455-EF5A517DBF75}"/>
              </a:ext>
            </a:extLst>
          </p:cNvPr>
          <p:cNvSpPr txBox="1"/>
          <p:nvPr/>
        </p:nvSpPr>
        <p:spPr>
          <a:xfrm>
            <a:off x="256528" y="4229679"/>
            <a:ext cx="5757772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실행 확인을 위해 앱 실행 후 </a:t>
            </a:r>
            <a:r>
              <a:rPr lang="en-US" altLang="ko-KR" sz="2000" dirty="0"/>
              <a:t>5</a:t>
            </a:r>
            <a:r>
              <a:rPr lang="ko-KR" altLang="en-US" sz="2000" dirty="0"/>
              <a:t>초 뒤 조건에 맞는 사람</a:t>
            </a:r>
            <a:r>
              <a:rPr lang="en-US" altLang="ko-KR" sz="2000" dirty="0"/>
              <a:t>(</a:t>
            </a:r>
            <a:r>
              <a:rPr lang="ko-KR" altLang="en-US" sz="2000" dirty="0"/>
              <a:t>다음 날 일정이 있는 사람</a:t>
            </a:r>
            <a:r>
              <a:rPr lang="en-US" altLang="ko-KR" sz="2000" dirty="0"/>
              <a:t>) </a:t>
            </a:r>
            <a:r>
              <a:rPr lang="ko-KR" altLang="en-US" sz="2000" dirty="0"/>
              <a:t>에게 </a:t>
            </a:r>
            <a:r>
              <a:rPr lang="en-US" altLang="ko-KR" sz="2000" dirty="0"/>
              <a:t>email </a:t>
            </a:r>
            <a:r>
              <a:rPr lang="ko-KR" altLang="en-US" sz="2000" dirty="0"/>
              <a:t>발송</a:t>
            </a:r>
            <a:endParaRPr lang="en-US" altLang="ko-KR" sz="2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A85260-E8A9-F9C5-B1CD-5C82CF9DD3B4}"/>
              </a:ext>
            </a:extLst>
          </p:cNvPr>
          <p:cNvSpPr/>
          <p:nvPr/>
        </p:nvSpPr>
        <p:spPr>
          <a:xfrm>
            <a:off x="6137823" y="992055"/>
            <a:ext cx="5940868" cy="56886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EAF99C-B352-2D72-7984-05B18E72ACCC}"/>
              </a:ext>
            </a:extLst>
          </p:cNvPr>
          <p:cNvSpPr/>
          <p:nvPr/>
        </p:nvSpPr>
        <p:spPr>
          <a:xfrm>
            <a:off x="6608190" y="5330064"/>
            <a:ext cx="2266913" cy="901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38D9D4C-448F-D6C5-BD7D-4F3F54DB85C1}"/>
              </a:ext>
            </a:extLst>
          </p:cNvPr>
          <p:cNvSpPr/>
          <p:nvPr/>
        </p:nvSpPr>
        <p:spPr>
          <a:xfrm>
            <a:off x="6608188" y="3216393"/>
            <a:ext cx="3337089" cy="11293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DFA917-DC2F-9937-3D2E-F73AA5AB9332}"/>
              </a:ext>
            </a:extLst>
          </p:cNvPr>
          <p:cNvSpPr txBox="1"/>
          <p:nvPr/>
        </p:nvSpPr>
        <p:spPr>
          <a:xfrm>
            <a:off x="209394" y="5770406"/>
            <a:ext cx="575777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매일 </a:t>
            </a:r>
            <a:r>
              <a:rPr lang="en-US" altLang="ko-KR" sz="2000" dirty="0"/>
              <a:t>6</a:t>
            </a:r>
            <a:r>
              <a:rPr lang="ko-KR" altLang="en-US" sz="2000" dirty="0"/>
              <a:t>시에 이메일 전송 로직이</a:t>
            </a:r>
            <a:r>
              <a:rPr lang="en-US" altLang="ko-KR" sz="2000" dirty="0"/>
              <a:t> </a:t>
            </a:r>
            <a:r>
              <a:rPr lang="ko-KR" altLang="en-US" sz="2000" dirty="0"/>
              <a:t>실행되는 트리거</a:t>
            </a:r>
            <a:endParaRPr lang="en-US" altLang="ko-KR" sz="20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FE6D11E-F68F-0102-7E27-DDE04E1264D1}"/>
              </a:ext>
            </a:extLst>
          </p:cNvPr>
          <p:cNvCxnSpPr>
            <a:cxnSpLocks/>
          </p:cNvCxnSpPr>
          <p:nvPr/>
        </p:nvCxnSpPr>
        <p:spPr>
          <a:xfrm flipH="1">
            <a:off x="5955540" y="3871640"/>
            <a:ext cx="578696" cy="47411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E62A526-0576-354D-A70C-34AB60C8BA3F}"/>
              </a:ext>
            </a:extLst>
          </p:cNvPr>
          <p:cNvCxnSpPr>
            <a:cxnSpLocks/>
          </p:cNvCxnSpPr>
          <p:nvPr/>
        </p:nvCxnSpPr>
        <p:spPr>
          <a:xfrm flipH="1">
            <a:off x="5882326" y="5674936"/>
            <a:ext cx="651910" cy="191009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20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599</Words>
  <Application>Microsoft Office PowerPoint</Application>
  <PresentationFormat>와이드스크린</PresentationFormat>
  <Paragraphs>83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허영인</dc:creator>
  <cp:lastModifiedBy>허영인</cp:lastModifiedBy>
  <cp:revision>7</cp:revision>
  <dcterms:created xsi:type="dcterms:W3CDTF">2025-02-20T11:26:39Z</dcterms:created>
  <dcterms:modified xsi:type="dcterms:W3CDTF">2025-02-20T16:06:59Z</dcterms:modified>
</cp:coreProperties>
</file>